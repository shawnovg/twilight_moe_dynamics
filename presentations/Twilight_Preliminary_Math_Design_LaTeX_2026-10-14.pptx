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a02c6e2b4e4123" /><Relationship Type="http://schemas.openxmlformats.org/officeDocument/2006/relationships/extended-properties" Target="/docProps/app.xml" Id="Rf8604ea1acd142db" /><Relationship Type="http://schemas.openxmlformats.org/officeDocument/2006/relationships/officeDocument" Target="/ppt/presentation.xml" Id="R5f4c35b9bf31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a447db3c384738"/>
  </p:sldMasterIdLst>
  <p:notesMasterIdLst>
    <p:notesMasterId xmlns:r="http://schemas.openxmlformats.org/officeDocument/2006/relationships" r:id="Rcb878e9a2bf64590"/>
  </p:notesMasterIdLst>
  <p:sldIdLst>
    <p:sldId xmlns:r="http://schemas.openxmlformats.org/officeDocument/2006/relationships" id="256" r:id="R70721b04a3bc4672"/>
    <p:sldId xmlns:r="http://schemas.openxmlformats.org/officeDocument/2006/relationships" id="257" r:id="Rccc0517267794d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6077bb0b9402b" /><Relationship Type="http://schemas.openxmlformats.org/officeDocument/2006/relationships/slideMaster" Target="/ppt/slideMasters/slideMaster1.xml" Id="R86a447db3c384738" /><Relationship Type="http://schemas.openxmlformats.org/officeDocument/2006/relationships/notesMaster" Target="/ppt/notesMasters/notesMaster1.xml" Id="Rcb878e9a2bf64590" /><Relationship Type="http://schemas.openxmlformats.org/officeDocument/2006/relationships/presProps" Target="/ppt/presProps.xml" Id="R76183c9916904ba4" /><Relationship Type="http://schemas.openxmlformats.org/officeDocument/2006/relationships/tableStyles" Target="/ppt/tableStyles.xml" Id="Recb38df678ca4dd1" /><Relationship Type="http://schemas.openxmlformats.org/officeDocument/2006/relationships/slide" Target="/ppt/slides/slide1.xml" Id="R70721b04a3bc4672" /><Relationship Type="http://schemas.openxmlformats.org/officeDocument/2006/relationships/slide" Target="/ppt/slides/slide2.xml" Id="Rccc0517267794d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90ad8fc5a1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6e144304f4455" /><Relationship Type="http://schemas.openxmlformats.org/officeDocument/2006/relationships/notesMaster" Target="/ppt/notesMasters/notesMaster1.xml" Id="R2e4f02f4439145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f731e0a62e44d2" /><Relationship Type="http://schemas.openxmlformats.org/officeDocument/2006/relationships/notesMaster" Target="/ppt/notesMasters/notesMaster1.xml" Id="Re76e83c5b1b042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\mathbf{x}_t=A_{r_t}\mathbf{x}_{t-1}+\boldsymbol{\varepsilon}_t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\mathbf{x}_t\in\mathbb{R}^4,\qquad r_t\in\{1,2,3\}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R(\theta)=\begin{bmatrix}\cos\theta&amp;-\sin\theta\\\sin\theta&amp;\cos\theta\end{bmatrix}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A_r=0.94\begin{bmatrix}\cos\alpha_r&amp;-\sin\alpha_r&amp;0&amp;0\\\sin\alpha_r&amp;\cos\alpha_r&amp;0&amp;0\\0&amp;0&amp;\cos\beta_r&amp;-\sin\beta_r\\0&amp;0&amp;\sin\beta_r&amp;\cos\beta_r\end{bmatrix}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(x_1,x_2),\quad(x_3,x_4)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\boldsymbol{\varepsilon}_t\sim\mathcal{N}(\mathbf{0},\,0.08^2 I_4)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P(r_t=j\mid r_{t-1}=i)=\begin{cases}0.95,&amp;j=i,\\0.025,&amp;j\ne i.\end{cases}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src/twilight_moe/dynamics.py. A_r is a contracted block-diagonal rotation. Angles are radians. Slide notation labels the observed transition x_(t-1) to x_t by r_t; code labels that transition at t-1 and uses IDs0/1/2 instead of1/2/3.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\alpha=0.20,\quad\beta=0.45\;\mathrm{rad}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A_{1}\approx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\begin{bmatrix}0.921&amp;-0.187&amp;0&amp;0\\0.187&amp;0.921&amp;0&amp;0\\0&amp;0&amp;0.846&amp;-0.409\\0&amp;0&amp;0.409&amp;0.846\end{bmatrix}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\alpha=1.10,\quad\beta=-0.65\;\mathrm{rad}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A_{2}\approx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\begin{bmatrix}0.426&amp;-0.838&amp;0&amp;0\\0.838&amp;0.426&amp;0&amp;0\\0&amp;0&amp;0.748&amp;0.569\\0&amp;0&amp;-0.569&amp;0.748\end{bmatrix}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\alpha=-0.80,\quad\beta=1.35\;\mathrm{rad}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A_{3}\approx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\begin{bmatrix}0.655&amp;0.674&amp;0&amp;0\\-0.674&amp;0.655&amp;0&amp;0\\0&amp;0&amp;0.206&amp;-0.917\\0&amp;0&amp;0.917&amp;0.206\end{bmatrix}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\mathbf{x}_{t-7},\ldots,\mathbf{x}_t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f_\theta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LaTeX:</a:t>
            </a:r>
          </a:p>
          <a:p xmlns:a="http://schemas.openxmlformats.org/drawingml/2006/main">
            <a:r>
              <a:t>\hat r_t\in\{1,2,3\}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Numeric matrices include0.94 and round to three decimals. Proposed classification targets the regime of the latest observed transition, not a future regime. Existing saved models perform next-state regression; this slide proposes a different objective and claims no classification results. Source: dynamics.py and the revised user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cac30e488434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5cc9392d241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b25c652c7144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ee2a0d3be43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a47b5bc64460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bb8158cb348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4D7BAFE-2876-47FD-8388-DB8BEC82A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8B3F001-7667-4C7A-AE58-5472EEC2400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00AEFC6-6C1C-404F-997E-1930F8E596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CF5458-0624-49FE-B905-B5CACCFAD0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10F104-834D-4D02-9FF8-D2CC30F80D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E556FA-7BFF-44F1-AC49-A987D86AD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E926ED-6F8B-4ABB-B37E-14F1AA1C48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D3E8E8D-9253-4205-8D0D-3E24C8650E0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2E3ADC1-ACD5-4A85-9FA7-2C094A01F7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A4490F-8252-4962-A22C-19933BB6E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7b4116c570440c" /><Relationship Type="http://schemas.openxmlformats.org/officeDocument/2006/relationships/slideLayout" Target="/ppt/slideLayouts/slideLayout1.xml" Id="Re9cb5e6b376e46d1" /><Relationship Type="http://schemas.openxmlformats.org/officeDocument/2006/relationships/slideLayout" Target="/ppt/slideLayouts/slideLayout2.xml" Id="Rd1988d00937d43f8" /><Relationship Type="http://schemas.openxmlformats.org/officeDocument/2006/relationships/slideLayout" Target="/ppt/slideLayouts/slideLayout3.xml" Id="R0e41df24f8da476d" /><Relationship Type="http://schemas.openxmlformats.org/officeDocument/2006/relationships/slideLayout" Target="/ppt/slideLayouts/slideLayout4.xml" Id="R91271476c3ae4af8" /><Relationship Type="http://schemas.openxmlformats.org/officeDocument/2006/relationships/slideLayout" Target="/ppt/slideLayouts/slideLayout5.xml" Id="R3480780512df4281" /><Relationship Type="http://schemas.openxmlformats.org/officeDocument/2006/relationships/slideLayout" Target="/ppt/slideLayouts/slideLayout6.xml" Id="Re55e5590438445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b5e6b376e46d1"/>
    <p:sldLayoutId xmlns:r="http://schemas.openxmlformats.org/officeDocument/2006/relationships" id="2147483650" r:id="Rd1988d00937d43f8"/>
    <p:sldLayoutId xmlns:r="http://schemas.openxmlformats.org/officeDocument/2006/relationships" id="2147483651" r:id="R0e41df24f8da476d"/>
    <p:sldLayoutId xmlns:r="http://schemas.openxmlformats.org/officeDocument/2006/relationships" id="2147483652" r:id="R91271476c3ae4af8"/>
    <p:sldLayoutId xmlns:r="http://schemas.openxmlformats.org/officeDocument/2006/relationships" id="2147483653" r:id="R3480780512df4281"/>
    <p:sldLayoutId xmlns:r="http://schemas.openxmlformats.org/officeDocument/2006/relationships" id="2147483654" r:id="Re55e5590438445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a04f97aeb54642" /><Relationship Type="http://schemas.openxmlformats.org/officeDocument/2006/relationships/image" Target="/ppt/media/image.png" Id="R477a2f798b4340d6" /><Relationship Type="http://schemas.openxmlformats.org/officeDocument/2006/relationships/image" Target="/ppt/media/image2.png" Id="R65b875e7337e415f" /><Relationship Type="http://schemas.openxmlformats.org/officeDocument/2006/relationships/image" Target="/ppt/media/image3.png" Id="Rdd2fb0692bc14250" /><Relationship Type="http://schemas.openxmlformats.org/officeDocument/2006/relationships/image" Target="/ppt/media/image4.png" Id="Rb74ee64f9e7d4039" /><Relationship Type="http://schemas.openxmlformats.org/officeDocument/2006/relationships/image" Target="/ppt/media/image5.png" Id="Rf158b1d4bac4420a" /><Relationship Type="http://schemas.openxmlformats.org/officeDocument/2006/relationships/image" Target="/ppt/media/image6.png" Id="R89f2d421dbf14783" /><Relationship Type="http://schemas.openxmlformats.org/officeDocument/2006/relationships/image" Target="/ppt/media/image7.png" Id="R8c86abc3983c478b" /><Relationship Type="http://schemas.openxmlformats.org/officeDocument/2006/relationships/notesSlide" Target="/ppt/notesSlides/notesSlide1.xml" Id="R781e636d3dee46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345f36eae94dff" /><Relationship Type="http://schemas.openxmlformats.org/officeDocument/2006/relationships/image" Target="/ppt/media/image8.png" Id="R707afe7c995b419d" /><Relationship Type="http://schemas.openxmlformats.org/officeDocument/2006/relationships/image" Target="/ppt/media/image9.png" Id="R7b955d373397475d" /><Relationship Type="http://schemas.openxmlformats.org/officeDocument/2006/relationships/image" Target="/ppt/media/image10.png" Id="R0964c6e851b44dfc" /><Relationship Type="http://schemas.openxmlformats.org/officeDocument/2006/relationships/image" Target="/ppt/media/image11.png" Id="R60cd7027c8b3487c" /><Relationship Type="http://schemas.openxmlformats.org/officeDocument/2006/relationships/image" Target="/ppt/media/image12.png" Id="Re128ca6d2b8a44ef" /><Relationship Type="http://schemas.openxmlformats.org/officeDocument/2006/relationships/image" Target="/ppt/media/image13.png" Id="R32958898420740bc" /><Relationship Type="http://schemas.openxmlformats.org/officeDocument/2006/relationships/image" Target="/ppt/media/image14.png" Id="R8898f27370194ff0" /><Relationship Type="http://schemas.openxmlformats.org/officeDocument/2006/relationships/image" Target="/ppt/media/image15.png" Id="Rb1e87a05aca54020" /><Relationship Type="http://schemas.openxmlformats.org/officeDocument/2006/relationships/image" Target="/ppt/media/image16.png" Id="R3a29c6021d9848e8" /><Relationship Type="http://schemas.openxmlformats.org/officeDocument/2006/relationships/image" Target="/ppt/media/image17.png" Id="R722a162aa3c64d08" /><Relationship Type="http://schemas.openxmlformats.org/officeDocument/2006/relationships/image" Target="/ppt/media/image18.png" Id="R68651cc495d54f35" /><Relationship Type="http://schemas.openxmlformats.org/officeDocument/2006/relationships/image" Target="/ppt/media/image19.png" Id="R005eae4698bc41b5" /><Relationship Type="http://schemas.openxmlformats.org/officeDocument/2006/relationships/notesSlide" Target="/ppt/notesSlides/notesSlide2.xml" Id="Rb2746662b07549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87455-0D16-4DD1-B395-0307C119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Data model: three switching rotations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FCC05-1768-444B-B7A2-71E74C9D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Preliminary 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65126-FE4E-42C9-9649-07DF1A3C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1A4988-6F70-4252-A1CD-06652561F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7a2f798b4340d6"/>
          <a:stretch xmlns:a="http://schemas.openxmlformats.org/drawingml/2006/main"/>
        </p:blipFill>
        <p:spPr>
          <a:xfrm xmlns:a="http://schemas.openxmlformats.org/drawingml/2006/main">
            <a:off x="526265" y="1285875"/>
            <a:ext cx="4813831" cy="619125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4ED5B-9CC9-4B91-9702-F1ABB7060A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875e7337e415f"/>
          <a:stretch xmlns:a="http://schemas.openxmlformats.org/drawingml/2006/main"/>
        </p:blipFill>
        <p:spPr>
          <a:xfrm xmlns:a="http://schemas.openxmlformats.org/drawingml/2006/main">
            <a:off x="6858098" y="1419225"/>
            <a:ext cx="4473773" cy="4572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5E92A-FA9B-42D2-90EF-480324C0BC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fb0692bc14250"/>
          <a:stretch xmlns:a="http://schemas.openxmlformats.org/drawingml/2006/main"/>
        </p:blipFill>
        <p:spPr>
          <a:xfrm xmlns:a="http://schemas.openxmlformats.org/drawingml/2006/main">
            <a:off x="524436" y="2553357"/>
            <a:ext cx="3951754" cy="9321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D6BFC-441B-47B6-90A9-F1A13B6C0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05250"/>
            <a:ext cx="3952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2-D rotation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3D842-D7D1-45A3-99EE-F974A4CC0D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ee64f9e7d4039"/>
          <a:stretch xmlns:a="http://schemas.openxmlformats.org/drawingml/2006/main"/>
        </p:blipFill>
        <p:spPr>
          <a:xfrm xmlns:a="http://schemas.openxmlformats.org/drawingml/2006/main">
            <a:off x="5191125" y="2459014"/>
            <a:ext cx="6477000" cy="164469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2F516-195A-43D8-B37A-B2BD9328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5434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Two rotation planes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EA183-498B-42E4-B037-C2341BFA90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58b1d4bac4420a"/>
          <a:stretch xmlns:a="http://schemas.openxmlformats.org/drawingml/2006/main"/>
        </p:blipFill>
        <p:spPr>
          <a:xfrm xmlns:a="http://schemas.openxmlformats.org/drawingml/2006/main">
            <a:off x="8286750" y="4505591"/>
            <a:ext cx="3245554" cy="40904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B464EE-B4CC-4EE2-997C-BB3880E7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2920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438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84D"/>
                </a:solidFill>
                <a:latin typeface="Arial"/>
                <a:ea typeface="Arial"/>
                <a:cs typeface="Arial"/>
              </a:rPr>
              <a:t>0.94 contracts the state. Rotation changes direction.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BB1FB-62CD-470C-9D83-7C9A140806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2d421dbf14783"/>
          <a:stretch xmlns:a="http://schemas.openxmlformats.org/drawingml/2006/main"/>
        </p:blipFill>
        <p:spPr>
          <a:xfrm xmlns:a="http://schemas.openxmlformats.org/drawingml/2006/main">
            <a:off x="525687" y="5648325"/>
            <a:ext cx="3247873" cy="44767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7FDDF-78B0-44B8-9F36-DAE7DA917A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6abc3983c478b"/>
          <a:stretch xmlns:a="http://schemas.openxmlformats.org/drawingml/2006/main"/>
        </p:blipFill>
        <p:spPr>
          <a:xfrm xmlns:a="http://schemas.openxmlformats.org/drawingml/2006/main">
            <a:off x="5619750" y="5458146"/>
            <a:ext cx="5493233" cy="8089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7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92CED-6F4B-478C-9A4A-CB68AC9182CC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524750" y="57531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3"/>
            </a:solidFill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4223CB-0146-4E43-94DD-058084A36D1B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19500" y="57531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3"/>
            </a:solidFill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22595-F1D7-42DE-AE54-53D23AD0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114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Three regimes and the identification task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36BAD-0B49-4ED1-A113-28C7D387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865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Preliminary experiment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13EE1-2196-4B40-B806-04C4B0E7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86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0708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0708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EE3CB-CBC6-4477-8AA9-00C25168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Regime 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9DD53-1146-4EAD-91D7-4AC357C0E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afe7c995b419d"/>
          <a:stretch xmlns:a="http://schemas.openxmlformats.org/drawingml/2006/main"/>
        </p:blipFill>
        <p:spPr>
          <a:xfrm xmlns:a="http://schemas.openxmlformats.org/drawingml/2006/main">
            <a:off x="573174" y="1892938"/>
            <a:ext cx="3425651" cy="29082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BC88DF-04BB-412D-A5F2-EFA87F1CE7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55d373397475d"/>
          <a:stretch xmlns:a="http://schemas.openxmlformats.org/drawingml/2006/main"/>
        </p:blipFill>
        <p:spPr>
          <a:xfrm xmlns:a="http://schemas.openxmlformats.org/drawingml/2006/main">
            <a:off x="572562" y="2390775"/>
            <a:ext cx="861070" cy="333375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A88AB-2F88-4009-94C9-12800B683D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4c6e851b44dfc"/>
          <a:stretch xmlns:a="http://schemas.openxmlformats.org/drawingml/2006/main"/>
        </p:blipFill>
        <p:spPr>
          <a:xfrm xmlns:a="http://schemas.openxmlformats.org/drawingml/2006/main">
            <a:off x="572062" y="3040456"/>
            <a:ext cx="3285000" cy="11390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73A39-10DE-44FF-974F-3116F9B0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Regime 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49D6D-1250-4523-9636-A2E391E47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d7027c8b3487c"/>
          <a:stretch xmlns:a="http://schemas.openxmlformats.org/drawingml/2006/main"/>
        </p:blipFill>
        <p:spPr>
          <a:xfrm xmlns:a="http://schemas.openxmlformats.org/drawingml/2006/main">
            <a:off x="4527692" y="1902881"/>
            <a:ext cx="3422367" cy="270937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48D90-0734-4A11-ABCA-ADEE200FBB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8ca6d2b8a44ef"/>
          <a:stretch xmlns:a="http://schemas.openxmlformats.org/drawingml/2006/main"/>
        </p:blipFill>
        <p:spPr>
          <a:xfrm xmlns:a="http://schemas.openxmlformats.org/drawingml/2006/main">
            <a:off x="4525437" y="2390775"/>
            <a:ext cx="861070" cy="333375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8FD94D-140D-4B11-AC2F-8E3404FCF7F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58898420740bc"/>
          <a:stretch xmlns:a="http://schemas.openxmlformats.org/drawingml/2006/main"/>
        </p:blipFill>
        <p:spPr>
          <a:xfrm xmlns:a="http://schemas.openxmlformats.org/drawingml/2006/main">
            <a:off x="4524937" y="3040456"/>
            <a:ext cx="3285000" cy="113903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70F2B9-4DFB-4474-8DCC-BF10847F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333500"/>
            <a:ext cx="352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E8B"/>
                </a:solidFill>
                <a:latin typeface="Arial"/>
                <a:ea typeface="Arial"/>
                <a:cs typeface="Arial"/>
              </a:rPr>
              <a:t>Regime 3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C9935-80E7-47E2-B23C-341403242B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8f27370194ff0"/>
          <a:stretch xmlns:a="http://schemas.openxmlformats.org/drawingml/2006/main"/>
        </p:blipFill>
        <p:spPr>
          <a:xfrm xmlns:a="http://schemas.openxmlformats.org/drawingml/2006/main">
            <a:off x="8480567" y="1902881"/>
            <a:ext cx="3422367" cy="270937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AF1C66-2C9D-4C49-B4A9-E08190B5B7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e87a05aca54020"/>
          <a:stretch xmlns:a="http://schemas.openxmlformats.org/drawingml/2006/main"/>
        </p:blipFill>
        <p:spPr>
          <a:xfrm xmlns:a="http://schemas.openxmlformats.org/drawingml/2006/main">
            <a:off x="8477806" y="2390775"/>
            <a:ext cx="846808" cy="333375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980FC-20C0-4C06-8E36-94007CFEA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9c6021d9848e8"/>
          <a:stretch xmlns:a="http://schemas.openxmlformats.org/drawingml/2006/main"/>
        </p:blipFill>
        <p:spPr>
          <a:xfrm xmlns:a="http://schemas.openxmlformats.org/drawingml/2006/main">
            <a:off x="8477812" y="3040456"/>
            <a:ext cx="3285000" cy="1139038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31839-2874-4A69-9F3A-E112AA97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24400"/>
            <a:ext cx="11144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52B45"/>
                </a:solidFill>
                <a:latin typeface="Arial"/>
                <a:ea typeface="Arial"/>
                <a:cs typeface="Arial"/>
              </a:rPr>
              <a:t>Which regime generated the latest observed transition?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E5424-E984-4426-9F4B-A94C8670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05425"/>
            <a:ext cx="3095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CAA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688A3-34AE-4971-98D8-4B71D4F3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305425"/>
            <a:ext cx="30956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CAA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30AAF-575A-41B8-BF9B-0B6650C1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05425"/>
            <a:ext cx="32861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9CAAB8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8617D6-5CD6-43F1-961A-BE8B2FF1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5"/>
                </a:solidFill>
                <a:latin typeface="Arial"/>
                <a:ea typeface="Arial"/>
                <a:cs typeface="Arial"/>
              </a:rPr>
              <a:t>Observed history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1079C4-BD78-4445-A8EF-9F6E4375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102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5"/>
                </a:solidFill>
                <a:latin typeface="Arial"/>
                <a:ea typeface="Arial"/>
                <a:cs typeface="Arial"/>
              </a:rPr>
              <a:t>Regime classifier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21087-2287-420B-A9E7-57858BB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4102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52B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52B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2B45"/>
                </a:solidFill>
                <a:latin typeface="Arial"/>
                <a:ea typeface="Arial"/>
                <a:cs typeface="Arial"/>
              </a:rPr>
              <a:t>Estimated regime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F06C2-ACCF-4FAD-AB28-3A8D11C5F49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a162aa3c64d08"/>
          <a:stretch xmlns:a="http://schemas.openxmlformats.org/drawingml/2006/main"/>
        </p:blipFill>
        <p:spPr>
          <a:xfrm xmlns:a="http://schemas.openxmlformats.org/drawingml/2006/main">
            <a:off x="1203500" y="5816601"/>
            <a:ext cx="1803050" cy="234948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820D0-E0B4-4493-B8CB-719453EEFB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51cc495d54f35"/>
          <a:stretch xmlns:a="http://schemas.openxmlformats.org/drawingml/2006/main"/>
        </p:blipFill>
        <p:spPr>
          <a:xfrm xmlns:a="http://schemas.openxmlformats.org/drawingml/2006/main">
            <a:off x="5734050" y="5781688"/>
            <a:ext cx="302991" cy="304774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8EE86-7183-492E-B9F3-DC7781102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eae4698bc41b5"/>
          <a:stretch xmlns:a="http://schemas.openxmlformats.org/drawingml/2006/main"/>
        </p:blipFill>
        <p:spPr>
          <a:xfrm xmlns:a="http://schemas.openxmlformats.org/drawingml/2006/main">
            <a:off x="9078506" y="5781675"/>
            <a:ext cx="1550737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952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2026-10-14T04:19:37.4500000Z</dcterms:created>
  <dcterms:modified xsi:type="dcterms:W3CDTF">2026-10-14T04:19:37.4510000Z</dcterms:modified>
</coreProperties>
</file>