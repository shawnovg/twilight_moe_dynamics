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4577468af14d4a" /><Relationship Type="http://schemas.openxmlformats.org/officeDocument/2006/relationships/extended-properties" Target="/docProps/app.xml" Id="Reb3a3e3a89094779" /><Relationship Type="http://schemas.openxmlformats.org/officeDocument/2006/relationships/officeDocument" Target="/ppt/presentation.xml" Id="R5c1bf69ca4ee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9af8a420244d8e"/>
  </p:sldMasterIdLst>
  <p:notesMasterIdLst>
    <p:notesMasterId xmlns:r="http://schemas.openxmlformats.org/officeDocument/2006/relationships" r:id="R1fc1f07a02f643d5"/>
  </p:notesMasterIdLst>
  <p:sldIdLst>
    <p:sldId xmlns:r="http://schemas.openxmlformats.org/officeDocument/2006/relationships" id="256" r:id="R3bf223068fac485d"/>
    <p:sldId xmlns:r="http://schemas.openxmlformats.org/officeDocument/2006/relationships" id="257" r:id="R0ba0d1b9c37f4d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6e9896ea9146d1" /><Relationship Type="http://schemas.openxmlformats.org/officeDocument/2006/relationships/slideMaster" Target="/ppt/slideMasters/slideMaster1.xml" Id="Rdd9af8a420244d8e" /><Relationship Type="http://schemas.openxmlformats.org/officeDocument/2006/relationships/notesMaster" Target="/ppt/notesMasters/notesMaster1.xml" Id="R1fc1f07a02f643d5" /><Relationship Type="http://schemas.openxmlformats.org/officeDocument/2006/relationships/presProps" Target="/ppt/presProps.xml" Id="R6080e76f75f945fa" /><Relationship Type="http://schemas.openxmlformats.org/officeDocument/2006/relationships/tableStyles" Target="/ppt/tableStyles.xml" Id="R4dec05e65c374227" /><Relationship Type="http://schemas.openxmlformats.org/officeDocument/2006/relationships/slide" Target="/ppt/slides/slide1.xml" Id="R3bf223068fac485d" /><Relationship Type="http://schemas.openxmlformats.org/officeDocument/2006/relationships/slide" Target="/ppt/slides/slide2.xml" Id="R0ba0d1b9c37f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e7d6bd465b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1b0da1106f48d2" /><Relationship Type="http://schemas.openxmlformats.org/officeDocument/2006/relationships/notesMaster" Target="/ppt/notesMasters/notesMaster1.xml" Id="Rab059f9a627545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f6af68f52b47b4" /><Relationship Type="http://schemas.openxmlformats.org/officeDocument/2006/relationships/notesMaster" Target="/ppt/notesMasters/notesMaster1.xml" Id="R5e9c3d063d40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transition matrix A_r is a contracted block-diagonal rotation, not simply a single planar rotation. R(theta) is the ordinary sine/cosine2×2 rotation. The upper block rotates coordinates1 and2 by alpha_r; the lower block rotates coordinates3 and4 by beta_r. Multiplication by0.94 makes each map contract, with spectral radius0.94. Gaussian process noise excites the trajectories. The hidden regime follows a Markov chain with0.95 diagonal and0.025 off diagonal. All angles are radians. Source: src/twilight_moe/dynamics.py transition_matrices and generate_sequences; configs/attention_experiment.yaml. For the proposed regime-identification task, these slides index r_t by the observed transition x_(t-1) to x_t. The existing generator code instead stores the same transition label at index t-1 and uses regime IDs0,1,2. Here IDs1,2,3 simplify the presentation. This is a notation shift only, not a change to generator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numeric A matrix already includes the0.94 contraction factor and is rounded to three decimals. Regime1 angles are0.20 and0.45rad; regime2 angles1.10 and−0.65; regime3 angles−0.80 and1.35. Positive angles rotate counterclockwise in the corresponding coordinate plane; negative angles rotate clockwise. The proposed task observes a history ending in x_t and classifies the hidden regime responsible for x_(t-1) to x_t. It does not assume knowledge of future x_(t+1). f_theta is a candidate classifier, whose backbone could be a dense MLP, an MoE, or a Transformer with MoH/FFN routing. A three-class probability head can support cross-entropy training. This is a proposed redesign: the existing saved experiments train next-state regressors and use regime labels only for oracle inputs or post-training diagnostics. No regime-classification performance is claimed, and no project training code was changed for this presentation. Source: src/twilight_moe/dynamics.py and the user’s revised design objective.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0f473613146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22836c15e47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3836170e948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cfbbb79894a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5622e71bb4d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a48f66565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9517FC-21AF-4AD9-A77F-7C6D14465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CDBE6D-7829-4A78-BAD3-6D30B0B739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F12BFB-5138-4192-8926-70CB8B386C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7281ED-6503-45E1-934A-7B249812DD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706784-12AD-4A8F-8724-3946B595A5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ED47CE-CB6B-4BDB-A168-7F984EABC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EE1DE3-3330-433A-8E9D-8F29CDA74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DADE27-9257-4CB7-8AF3-27ED56CD0F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FB9039-87BE-49C6-930D-FD7C2D7AE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52CB3-2542-40FC-B0E1-4DDDA2882B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5233c8858402f" /><Relationship Type="http://schemas.openxmlformats.org/officeDocument/2006/relationships/slideLayout" Target="/ppt/slideLayouts/slideLayout1.xml" Id="R41916496664b481a" /><Relationship Type="http://schemas.openxmlformats.org/officeDocument/2006/relationships/slideLayout" Target="/ppt/slideLayouts/slideLayout2.xml" Id="Rbf78de56c65d4fb6" /><Relationship Type="http://schemas.openxmlformats.org/officeDocument/2006/relationships/slideLayout" Target="/ppt/slideLayouts/slideLayout3.xml" Id="R2a432dd479db4eb3" /><Relationship Type="http://schemas.openxmlformats.org/officeDocument/2006/relationships/slideLayout" Target="/ppt/slideLayouts/slideLayout4.xml" Id="R536a1048279544e1" /><Relationship Type="http://schemas.openxmlformats.org/officeDocument/2006/relationships/slideLayout" Target="/ppt/slideLayouts/slideLayout5.xml" Id="R5474ae0dd6274324" /><Relationship Type="http://schemas.openxmlformats.org/officeDocument/2006/relationships/slideLayout" Target="/ppt/slideLayouts/slideLayout6.xml" Id="R513fe036a039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16496664b481a"/>
    <p:sldLayoutId xmlns:r="http://schemas.openxmlformats.org/officeDocument/2006/relationships" id="2147483650" r:id="Rbf78de56c65d4fb6"/>
    <p:sldLayoutId xmlns:r="http://schemas.openxmlformats.org/officeDocument/2006/relationships" id="2147483651" r:id="R2a432dd479db4eb3"/>
    <p:sldLayoutId xmlns:r="http://schemas.openxmlformats.org/officeDocument/2006/relationships" id="2147483652" r:id="R536a1048279544e1"/>
    <p:sldLayoutId xmlns:r="http://schemas.openxmlformats.org/officeDocument/2006/relationships" id="2147483653" r:id="R5474ae0dd6274324"/>
    <p:sldLayoutId xmlns:r="http://schemas.openxmlformats.org/officeDocument/2006/relationships" id="2147483654" r:id="R513fe036a039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bab2474d6d4b38" /><Relationship Type="http://schemas.openxmlformats.org/officeDocument/2006/relationships/notesSlide" Target="/ppt/notesSlides/notesSlide1.xml" Id="R5591e140a26b4e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ee788b4c6401f" /><Relationship Type="http://schemas.openxmlformats.org/officeDocument/2006/relationships/notesSlide" Target="/ppt/notesSlides/notesSlide2.xml" Id="R859ab6dbafe2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54F670-3AAB-4DBD-A4C8-37E6A5D5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Data model: three switching rotations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E8BFE-1BAC-4305-A043-1B3A24E6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Preliminary 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8B07C-3E50-4FFD-ACA9-07ED7A17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6D0FC-6989-4B5D-B054-7CBEE12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7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xₜ = Aᵣₜ xₜ₋₁ + εₜ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07E25-7DCA-44C3-B726-E7F1B4F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382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xₜ ∈ ℝ⁴     rₜ ∈ {1, 2, 3}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F4507-19F5-4C5D-9A36-EBD01C5B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R(θ) 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84E31-2837-4C74-A210-CB530B3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28875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9A923-039B-47C4-B830-1DD3258C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28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32685-8EAC-4966-9983-D68BB31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38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2CCA5-C77B-440B-B096-ACC77024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28875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1219C-B58A-4592-9CBA-962AB278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28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FB908-1A09-4D2D-934A-C57BF34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385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31121-765D-471E-B712-E5EE5C28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76500"/>
            <a:ext cx="119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489B1-1148-41FF-9837-848DE882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76500"/>
            <a:ext cx="119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−sin 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2D137-5E01-453D-923A-5391D92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90850"/>
            <a:ext cx="119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sin 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68497-6AED-4000-9C25-955ED649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90850"/>
            <a:ext cx="1190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5F777-6670-4298-BADC-0EA50B01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2-D rotation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9E2BA-79D7-4BAB-9BCD-A93FDEF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813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Aᵣ = 0.94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AC92F-2F7F-4F68-BDD2-E4AE93AC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24100"/>
            <a:ext cx="190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B168F-301F-4848-B270-1D59D66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241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5BCCA-ED3E-4CA7-916E-6406766A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95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B8B788-57D9-4F20-B719-B104E40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324100"/>
            <a:ext cx="190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BF074-EAA9-4E8C-B994-696B46A2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23241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353E2-993F-4601-9E06-EE0C5599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75" y="40957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499E0-BF7B-4477-AE83-FCD7E96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717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αᵣ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920E7-F89C-4E4A-A81A-ED9BFE4A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−sin αᵣ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8689B4-4725-4AFB-8AEE-2615BEFB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717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00153-07D2-48F6-BFA7-AC66309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7172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2576F-52BE-4BCB-988F-BD6AF5D5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1940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sin αᵣ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FA662-541F-449C-9AE6-CC66F76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αᵣ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D4EC2-0358-44C6-9124-71482802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1940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F984A3-9E43-4E4E-A6A1-42C6E65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1940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977786-3D5C-4B0D-98E2-F7CBC2F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670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06E55D-FF00-4DD2-800C-67F052B8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670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979F64-63FA-476F-876B-8DD9FE4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670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βᵣ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C6029F-17BB-495F-9020-93E4C29E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67075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−sin βᵣ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A2F1E-F459-4CFD-8832-399A2BA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147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F953A6-4832-4FC1-B535-192FD6F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70BFC1-0C68-41A3-B282-F06EFA69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147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sin βᵣ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83F10B-17D4-41E1-8F6C-512731FD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147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cos βᵣ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7E483B-3542-4142-994B-E1E7AFD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71975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Two rotation planes: (x₁, x₂) and (x₃, x₄)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970C65-5FC5-4BD9-9E58-3E160C7A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0.94 contracts the state. Rotation changes direction.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28DA5E-AA7E-4307-8EAE-C0A72EE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εₜ ∼ N(0, 0.08² I₄)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2BADD5-F547-4100-BB8D-AB728DAD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3402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P(rₜ = j | rₜ₋₁ = i) =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CF8B1D-F633-45AC-A418-6207B167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4352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0.95  if j = i</a:t>
            </a:r>
          </a:p>
          <a:p xmlns:a="http://schemas.openxmlformats.org/drawingml/2006/main">
            <a: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0.025 otherwise</a:t>
            </a:r>
          </a:p>
        </p:txBody>
      </p:sp>
    </p:spTree>
    <p:extLst>
      <p:ext uri="{BB962C8B-B14F-4D97-AF65-F5344CB8AC3E}">
        <p14:creationId xmlns:p14="http://schemas.microsoft.com/office/powerpoint/2010/main" val="1320926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BEC86EA-CBF0-4422-B670-A7075B894D30}"/>
              </a:ext>
            </a:extLst>
          </p:cNvPr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524750" y="571023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3"/>
            </a:solidFill>
            <a:tailEnd type="arrow" w="med" len="med"/>
          </a:ln>
        </p:spPr>
      </p:cxnSp>
      <p:cxnSp>
        <p:nvCxn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5B8725-918F-4310-AD63-ADE2EBDB5DA7}"/>
              </a:ext>
            </a:extLst>
          </p:cNvPr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619500" y="5710238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3"/>
            </a:solidFill>
            <a:tailEnd type="arrow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B7855F-4C25-45D9-801F-5DC92E0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Three regimes and the identification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D1DA4-816D-4E45-8E8D-2A525C3D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Preliminary 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DE822-0966-4005-A140-DA940462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CC0A2-076B-49AC-9C72-A799A62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10A96-5417-4135-8693-004A653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α = 0.20,  β = 0.45 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8DD86-0085-4A70-B502-5C5078F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A₁ 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C0C9C-06BD-4A21-82F7-FB018D52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15F37-1DF1-4DB7-9C87-1C1F923A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9CBC6-C27D-40DD-BBF8-67AE8056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D38E4-BEF3-480A-BFB0-DC7705A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65FB7-F43A-4F2C-86D4-890A0699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23C68-0042-41F3-B952-CD6F7C21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EF9BC-8BB9-4C31-BA3B-20FF3D2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52DEE-5345-4B99-B7BD-8EEB55A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-0.187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96EAA-7DC5-426A-96D8-A9AC738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FA2AC-8E9D-4301-AC7C-DEC8D1BD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CD1ED-2640-4A78-BA6A-C0FB6A95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0.187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62A90-5AD4-4E2D-9F99-83484F6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CFE7A-1A72-4DC3-9B83-0F05143F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4E1E5-6CD7-4715-B081-F3522D8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D3FA8-3123-4683-B60D-4202F76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D9CB1-630B-43B4-AAD2-CDD347C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FA5C3-B785-42D9-9936-934F51DF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0.846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F1EEF-7183-45AC-B08C-47B967D1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-0.409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925BA-B5AB-4A97-86E3-DAAEA1F4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0A0B6-7315-4232-954F-249B7F4F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062AA-EB59-4ED8-94AD-6520151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0.409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E045B-DC1F-4CBD-8BC6-7E0DC907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0.846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22306-130F-4ADA-B314-E9CD2D41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0F90A-06F0-4A1A-B39A-69B09C78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57375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α = 1.10,  β = -0.65 rad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48EE32-3A27-41A7-A051-5061F055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52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A₂ 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EDC51-7C63-479B-9227-F806FE6C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64284-7230-46AA-A0F2-DDD3777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DFC0B-AEDC-4706-9892-CC82522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B4A1C3-C975-4DA4-A02A-F859A853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B09511-BF6B-4A60-80F4-84C6D5E9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943B9A-DAFF-4D24-BCA4-3CE144CB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9BDAD0-5810-4F07-957A-4B7918E1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0.426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BB35F7-6A2E-4502-8DD4-DE9FED3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-0.838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593436-1302-4900-9572-1FC17D8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A9A370-754B-43C3-8F7C-8470E6FF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7A49E1-5ED3-40B5-AFE2-78543E0A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0.838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CA82CB-F139-483C-B532-D2C8169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0.426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EDF89-E64F-404E-BB89-EE1DFB6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7A8437-8E6F-4C2E-AC1D-E2FE36DC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63B72D-3BB0-4A23-85F1-CE9BC7E2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94E6FE-62BC-45B8-9502-DA766D3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C37AF2-23A1-489E-A0BB-FB4D488E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0.748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22BF7E-DB49-42F6-9145-D7B12E6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0.569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41964A-D604-4717-AA2C-713443D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FD1988-4FA2-4365-A383-B35C0CA1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E2E82C-1C32-4EBF-A725-3D0CF138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-0.569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C3C59A-F966-4F15-A5A3-0C3E3AC7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0.748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2B46C6-ADC8-4D0F-9A7C-290FAF4D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3BC2CA-DED1-4475-90E1-A14F952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α = -0.80,  β = 1.35 rad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88790E-64D5-4633-92E3-85B754C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A₃ 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C31A09-B7A5-471A-94C9-14EB01E1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AE30F9-D4A9-4DB0-ACEB-A48D51FB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B585F2-722F-43F7-90B7-061780EC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33E7B6-CEC0-4C4B-99F9-A57EDBE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809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F4BF90-E9B5-4516-ABEA-F177A5F9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80987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2DD6CA-BA9E-4DAF-A297-E1D2C89C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3910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B45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41F920-F18A-4151-B2EC-288530D7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0.655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062197-637C-497C-813E-A2079B7B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0.674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E3A2F9-D6F3-4F1F-A824-346E1BD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FDB47A-48F8-4B09-8D10-55E9697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8575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304973-F6F3-4CFC-ACD7-11A3DC1A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-0.674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34D3C6-1233-4C22-85C9-CFFCAE75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0.655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E2F0D2-E70F-4579-8AD4-FFAAC780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78CC36-1899-457C-8988-278ED48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575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113ECAC-9BFA-491A-9BDE-D400CEA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62BC99-A003-41CF-B18C-8AFD7FF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E19CE3-7EC1-4B5A-8626-505F022C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0.206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A6422A-E923-4AD8-A137-FF69CD2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65760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-0.917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E54E3A-736E-481C-9C55-0F6874A5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3687D8-E55B-441E-9EE0-C2E195E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C3A158-29F9-49B4-ACFA-F90B33B7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0.917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CAB692-606F-4D2D-989A-D612702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57650"/>
            <a:ext cx="800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0.206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B40DD7-3FB4-4D74-8CCE-905C94EE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Which regime generated the latest observed transition?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D6A1BA5-646C-4A49-834F-192C96BD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3095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Observed history</a:t>
            </a:r>
          </a:p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xₜ₋₇, …, xₜ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495640-C65B-4F85-B6D5-2967680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05425"/>
            <a:ext cx="3095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Regime classifier</a:t>
            </a:r>
          </a:p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fθ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364B21-6B02-4E58-98E3-2CCDDD92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05425"/>
            <a:ext cx="3286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Estimated regime</a:t>
            </a:r>
          </a:p>
          <a:p xmlns:a="http://schemas.openxmlformats.org/drawingml/2006/main">
            <a: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52B45"/>
                </a:solidFill>
                <a:latin typeface="Arial"/>
                <a:ea typeface="Arial"/>
                <a:cs typeface="Arial"/>
              </a:rPr>
              <a:t>r̂ₜ ∈ {1, 2, 3}</a:t>
            </a:r>
          </a:p>
        </p:txBody>
      </p:sp>
    </p:spTree>
    <p:extLst>
      <p:ext uri="{BB962C8B-B14F-4D97-AF65-F5344CB8AC3E}">
        <p14:creationId xmlns:p14="http://schemas.microsoft.com/office/powerpoint/2010/main" val="1078185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2026-10-14T04:13:54.7700000Z</dcterms:created>
  <dcterms:modified xsi:type="dcterms:W3CDTF">2026-10-14T04:13:54.7700000Z</dcterms:modified>
</coreProperties>
</file>